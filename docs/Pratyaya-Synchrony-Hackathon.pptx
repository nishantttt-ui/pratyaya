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along the top, then down. The point of the layout is that everything green completes before anything amber is called.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a strength. Every limitation here is one a reviewer would find in ten minutes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120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views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1135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7" name="Shape 5"/>
          <p:cNvSpPr/>
          <p:nvPr/>
        </p:nvSpPr>
        <p:spPr>
          <a:xfrm>
            <a:off x="33604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15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15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validation,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710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190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booster →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→ recourse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8285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54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765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765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ONNX embeddings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28346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296265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notice — complete and compliant at this point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27355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codes, recourse and citations, rendered without any language model involved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3840480" cy="1234440"/>
          </a:xfrm>
          <a:prstGeom prst="roundRect">
            <a:avLst>
              <a:gd name="adj" fmla="val 6667"/>
            </a:avLst>
          </a:prstGeom>
          <a:solidFill>
            <a:srgbClr val="F7E5E4"/>
          </a:solidFill>
          <a:ln w="952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096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074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prompt injection · decision contradiction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3931920"/>
            <a:ext cx="7040880" cy="1234440"/>
          </a:xfrm>
          <a:prstGeom prst="roundRect">
            <a:avLst>
              <a:gd name="adj" fmla="val 6667"/>
            </a:avLst>
          </a:prstGeom>
          <a:solidFill>
            <a:srgbClr val="FBEFDC"/>
          </a:solidFill>
          <a:ln w="952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409651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— optional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44074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Groq · Ollama · Bedrock, selected by one environment variable. Rejected output falls back to the notice above.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load-bearing. The amber one can fail without consequence to the decision.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120640"/>
            <a:ext cx="10607040" cy="1005840"/>
          </a:xfrm>
          <a:prstGeom prst="roundRect">
            <a:avLst>
              <a:gd name="adj" fmla="val 8182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285232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 The language model is excluded: it is off the decision path, and its latency belongs to someone else's API.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1848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1848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synthetic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8424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figures describe this population, not the Indian credit market. The direction of the result follows from a mechanism — bureau absence correlates with gender and region while true risk does not — that is well documented in the real world.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898648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9981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6557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summaries citing real instruments, labelled as such. Production would ingest the official texts with per-clause identifiers; the retrieval machinery is unchanged by that substitution.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379976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581144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581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layer is designed, not provisioned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94690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deployment, and the Bedrock adapter has never run against a real endpoint. Both are stated in the README rather than implied away.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2026-09-20T22:09:47Z</dcterms:created>
  <dcterms:modified xsi:type="dcterms:W3CDTF">2026-09-20T22:09:47Z</dcterms:modified>
</cp:coreProperties>
</file>