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apology. Constraint on the left, what was done about it on the right. Saying it first means you choose the framing; being asked later means they do. If anyone raises deployment or Bedrock, both are answered elsewhere: the system is live, and the provider abstraction was proven by swapping models mid-build.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links out. This is the slide that turns a deck into something they can verify for themselves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api.onrender.com/heal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50" kern="0" dirty="0">
                <a:solidFill>
                  <a:srgbClr val="A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WADHWANI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81528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81528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0136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0136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517136"/>
            <a:ext cx="11155680" cy="969264"/>
          </a:xfrm>
          <a:prstGeom prst="roundRect">
            <a:avLst>
              <a:gd name="adj" fmla="val 9434"/>
            </a:avLst>
          </a:prstGeom>
          <a:solidFill>
            <a:srgbClr val="1C2F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4748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</a:t>
            </a:r>
            <a:pPr indent="0" marL="0">
              <a:buNone/>
            </a:pPr>
            <a:r>
              <a:rPr lang="en-US" sz="120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/ demo-underwriter-pw</a:t>
            </a:r>
            <a:pPr indent="0" marL="0">
              <a:buNone/>
            </a:pPr>
            <a:r>
              <a:rPr lang="en-US" sz="12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/ demo-applicant-pw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26864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566928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5815584"/>
            <a:ext cx="9601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</a:t>
            </a:r>
            <a:pPr indent="0" marL="0">
              <a:buNone/>
            </a:pPr>
            <a:r>
              <a:rPr lang="en-US" sz="1050" i="1" u="sng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component read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pratyaya-api.onrender.com/health</a:t>
            </a:r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488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1488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148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1488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148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1488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148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04672"/>
          </a:xfrm>
          <a:prstGeom prst="roundRect">
            <a:avLst>
              <a:gd name="adj" fmla="val 1022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486400"/>
            <a:ext cx="11155680" cy="1005840"/>
          </a:xfrm>
          <a:prstGeom prst="roundRect">
            <a:avLst>
              <a:gd name="adj" fmla="val 8182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0527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65836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88%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knew, and what we did about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constraints shaped this build. Both are stated here because a reviewer would find them in ten minutes, and because what was done about each is the more interesting half.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105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62456" y="17922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generated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62456" y="217627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23957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borrowers. That data is personal financial information and is not published, so the alternative was not real data but a foreign dataset relabelled.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217627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2395728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was run over 30,000 real defaults. The accuracy claim replicated: AUC 0.7711 → 0.7829, bad rate down. Our synthetic difficulty sits between two real datasets, and the fairness claim's precondition is stated precisely enough that a lender could test it against their own book in an afternoon.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94176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39319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95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62456" y="391363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62456" y="429768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451713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provision is a plain-language summary carrying a citation to the instrument it summarises, labelled as such in the corpus README, the model card and this deck.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429768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517136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the deliberate choice, not a shortcut. Seeding a retrieval corpus with invented quotations from RBI circulars would commit precisely the hallucination this architecture exists to prevent, and would not survive a reader who knows the regulations. Production ingests the official texts; the retrieval, chunking, citation and audit machinery is unchanged.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852160"/>
            <a:ext cx="11155680" cy="640080"/>
          </a:xfrm>
          <a:prstGeom prst="roundRect">
            <a:avLst>
              <a:gd name="adj" fmla="val 1285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97103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the brief asked for is running in production: React on Vercel, FastAPI and PostgreSQL with pgvector in Singapore, and a live language model behind guardrails.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running, and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on a laptop. Every figure quoted here regenerates from a committed script, and the system serves real decisions over the public internet.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007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SYSTEM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568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underwriter / demo-underwriter-pw  for the full decision, or  applicant / demo-applicant-pw  for the view a borrower receives.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72384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16232E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23697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93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 CI green on every push, 136 tests at 88% coverage, README with setup for the API and the interface, and a model card.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the invariants that were expensive to get right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42132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43300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regenerated from a committed measurement file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2512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in pgvector and cited per decision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20556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21724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21724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committed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21724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read from the environment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is on a free tier that sleeps when idle; a scheduled request every ten minutes keeps it warm, so the link responds immediately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50" kern="0" dirty="0">
                <a:solidFill>
                  <a:srgbClr val="A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WADHWANI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5760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1228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1228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5596128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C2F3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60716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</a:t>
            </a:r>
            <a:pPr indent="0" marL="0">
              <a:buNone/>
            </a:pPr>
            <a:r>
              <a:rPr lang="en-US" sz="115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/ demo-underwriter-pw</a:t>
            </a:r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5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/ demo-applicant-pw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6875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Nishant Wadhwani</dc:creator>
  <cp:lastModifiedBy>Nishant Wadhwani</cp:lastModifiedBy>
  <cp:revision>1</cp:revision>
  <dcterms:created xsi:type="dcterms:W3CDTF">2026-09-21T21:03:35Z</dcterms:created>
  <dcterms:modified xsi:type="dcterms:W3CDTF">2026-09-21T21:03:35Z</dcterms:modified>
</cp:coreProperties>
</file>