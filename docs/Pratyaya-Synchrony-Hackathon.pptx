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a strength. Every limitation here is one a reviewer would find in ten minutes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617720"/>
            <a:ext cx="11155680" cy="786384"/>
          </a:xfrm>
          <a:prstGeom prst="roundRect">
            <a:avLst>
              <a:gd name="adj" fmla="val 11628"/>
            </a:avLst>
          </a:prstGeom>
          <a:solidFill>
            <a:srgbClr val="1C2F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6177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596128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57607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34156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04020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1848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synthetic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figures describe this population, not the Indian credit market. The direction of the result follows from a mechanism — bureau absence correlates with gender and region while true risk does not — that is well documented in the real world.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898648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998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6557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summaries citing real instruments, labelled as such. Production would ingest the official texts with per-clause identifiers; the retrieval machinery is unchanged by that substitution.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379976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581144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81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layer is designed, not provisioned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94690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deployment, and the Bedrock adapter has never run against a real endpoint. Both are stated in the README rather than implied away.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34 commits, CI green on every push, 136 tests,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5650992"/>
            <a:ext cx="11155680" cy="658368"/>
          </a:xfrm>
          <a:prstGeom prst="roundRect">
            <a:avLst>
              <a:gd name="adj" fmla="val 13889"/>
            </a:avLst>
          </a:prstGeom>
          <a:solidFill>
            <a:srgbClr val="1C2F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65099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2026-09-21T19:33:24Z</dcterms:created>
  <dcterms:modified xsi:type="dcterms:W3CDTF">2026-09-21T19:33:24Z</dcterms:modified>
</cp:coreProperties>
</file>